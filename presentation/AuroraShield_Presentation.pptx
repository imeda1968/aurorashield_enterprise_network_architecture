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AuroraShield Enterprise Network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Secure Serverless Enterprise Infrastructure</a:t>
            </a:r>
          </a:p>
          <a:p>
            <a:endParaRPr dirty="0"/>
          </a:p>
          <a:p>
            <a:r>
              <a:rPr dirty="0"/>
              <a:t>Author: Imeda Sheri</a:t>
            </a:r>
            <a:r>
              <a:rPr lang="en-US" dirty="0"/>
              <a:t>ph</a:t>
            </a:r>
            <a:r>
              <a:rPr dirty="0"/>
              <a:t>adze</a:t>
            </a:r>
          </a:p>
          <a:p>
            <a:r>
              <a:rPr dirty="0"/>
              <a:t>Enterprise Network Architect</a:t>
            </a:r>
          </a:p>
          <a:p>
            <a:endParaRPr dirty="0"/>
          </a:p>
          <a:p>
            <a:r>
              <a:rPr dirty="0"/>
              <a:t>Cisco-Based Architecture</a:t>
            </a:r>
          </a:p>
          <a:p>
            <a:r>
              <a:rPr dirty="0"/>
              <a:t>OSPF Backbone</a:t>
            </a:r>
          </a:p>
          <a:p>
            <a:r>
              <a:rPr dirty="0"/>
              <a:t>Layered Security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This presentation introduces the </a:t>
            </a:r>
            <a:r>
              <a:rPr dirty="0" err="1"/>
              <a:t>AuroraShield</a:t>
            </a:r>
            <a:r>
              <a:rPr dirty="0"/>
              <a:t> Enterprise Network — a multi-layer, secure, and scalable enterprise topology designed using Cisco technologies.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Objectives:</a:t>
            </a:r>
          </a:p>
          <a:p>
            <a:r>
              <a:rPr dirty="0"/>
              <a:t>- Demonstrate enterprise-level design capability</a:t>
            </a:r>
          </a:p>
          <a:p>
            <a:r>
              <a:rPr dirty="0"/>
              <a:t>- Implement secure segmentation</a:t>
            </a:r>
          </a:p>
          <a:p>
            <a:r>
              <a:rPr dirty="0"/>
              <a:t>- Enable resilient routing infrastructure</a:t>
            </a:r>
          </a:p>
          <a:p>
            <a:r>
              <a:rPr dirty="0"/>
              <a:t>- Operate without Windows Server dependency</a:t>
            </a:r>
          </a:p>
          <a:p>
            <a:r>
              <a:rPr dirty="0"/>
              <a:t>- Provide monitoring-ready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Defense-in-depth security strategy</a:t>
            </a:r>
          </a:p>
          <a:p>
            <a:r>
              <a:t>- Modular hierarchical topology</a:t>
            </a:r>
          </a:p>
          <a:p>
            <a:r>
              <a:t>- Least privilege access enforcement</a:t>
            </a:r>
          </a:p>
          <a:p>
            <a:r>
              <a:t>- Infrastructure observability</a:t>
            </a:r>
          </a:p>
          <a:p>
            <a:r>
              <a:t>- Server-independent control model</a:t>
            </a:r>
          </a:p>
          <a:p>
            <a:endParaRPr/>
          </a:p>
          <a:p>
            <a:r>
              <a:t>Strategic Focus:</a:t>
            </a:r>
          </a:p>
          <a:p>
            <a:r>
              <a:t>Stability | Security | Transparency | Scalability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/>
              <a:t>Core Layer:</a:t>
            </a:r>
          </a:p>
          <a:p>
            <a:r>
              <a:rPr dirty="0"/>
              <a:t>- Routing backbone</a:t>
            </a:r>
          </a:p>
          <a:p>
            <a:r>
              <a:rPr dirty="0"/>
              <a:t>- Path redundancy</a:t>
            </a:r>
          </a:p>
          <a:p>
            <a:r>
              <a:rPr dirty="0"/>
              <a:t>- NetFlow telemetry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Distribution Layer:</a:t>
            </a:r>
          </a:p>
          <a:p>
            <a:r>
              <a:rPr dirty="0"/>
              <a:t>- Policy enforcement</a:t>
            </a:r>
          </a:p>
          <a:p>
            <a:r>
              <a:rPr dirty="0"/>
              <a:t>- VLAN routing</a:t>
            </a:r>
          </a:p>
          <a:p>
            <a:r>
              <a:rPr dirty="0"/>
              <a:t>- Gateway redundancy</a:t>
            </a:r>
          </a:p>
          <a:p>
            <a:endParaRPr dirty="0"/>
          </a:p>
          <a:p>
            <a:r>
              <a:rPr dirty="0"/>
              <a:t>Access Layer:</a:t>
            </a:r>
          </a:p>
          <a:p>
            <a:r>
              <a:rPr dirty="0"/>
              <a:t>- Endpoint connectivity</a:t>
            </a:r>
          </a:p>
          <a:p>
            <a:r>
              <a:rPr dirty="0"/>
              <a:t>- Port security</a:t>
            </a:r>
          </a:p>
          <a:p>
            <a:r>
              <a:rPr dirty="0"/>
              <a:t>- Attack mitigation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VLAN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Department isolation</a:t>
            </a:r>
          </a:p>
          <a:p>
            <a:r>
              <a:rPr dirty="0"/>
              <a:t>Broadcast domain reduction</a:t>
            </a:r>
          </a:p>
          <a:p>
            <a:r>
              <a:rPr dirty="0"/>
              <a:t>Security zoning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Segments Include:</a:t>
            </a:r>
          </a:p>
          <a:p>
            <a:r>
              <a:rPr dirty="0"/>
              <a:t>Customer Networks</a:t>
            </a:r>
          </a:p>
          <a:p>
            <a:r>
              <a:rPr dirty="0"/>
              <a:t>Administration</a:t>
            </a:r>
          </a:p>
          <a:p>
            <a:r>
              <a:rPr dirty="0"/>
              <a:t>Legal</a:t>
            </a:r>
          </a:p>
          <a:p>
            <a:r>
              <a:rPr dirty="0"/>
              <a:t>Accounting</a:t>
            </a:r>
          </a:p>
          <a:p>
            <a:r>
              <a:rPr dirty="0"/>
              <a:t>Server Infrastructure</a:t>
            </a:r>
          </a:p>
          <a:p>
            <a:r>
              <a:rPr dirty="0"/>
              <a:t>Management Plane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OSPF Area 0 backbone</a:t>
            </a:r>
          </a:p>
          <a:p>
            <a:r>
              <a:rPr dirty="0"/>
              <a:t>Message-digest authentication</a:t>
            </a:r>
          </a:p>
          <a:p>
            <a:r>
              <a:rPr dirty="0"/>
              <a:t>Fast convergence timers</a:t>
            </a:r>
          </a:p>
          <a:p>
            <a:endParaRPr dirty="0"/>
          </a:p>
          <a:p>
            <a:r>
              <a:rPr dirty="0"/>
              <a:t>Redundancy:</a:t>
            </a:r>
          </a:p>
          <a:p>
            <a:r>
              <a:rPr dirty="0"/>
              <a:t>HSRP standby gateways</a:t>
            </a:r>
          </a:p>
          <a:p>
            <a:r>
              <a:rPr dirty="0"/>
              <a:t>IP SLA route tracking</a:t>
            </a:r>
          </a:p>
          <a:p>
            <a:r>
              <a:rPr dirty="0"/>
              <a:t>Multi-path failover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2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DHCP Snooping</a:t>
            </a:r>
          </a:p>
          <a:p>
            <a:r>
              <a:rPr dirty="0"/>
              <a:t>Dynamic ARP Inspection</a:t>
            </a:r>
          </a:p>
          <a:p>
            <a:r>
              <a:rPr dirty="0"/>
              <a:t>Sticky Port Security</a:t>
            </a:r>
          </a:p>
          <a:p>
            <a:r>
              <a:rPr dirty="0"/>
              <a:t>BPDU Guard</a:t>
            </a:r>
          </a:p>
          <a:p>
            <a:r>
              <a:rPr dirty="0"/>
              <a:t>Root Guard</a:t>
            </a:r>
          </a:p>
          <a:p>
            <a:r>
              <a:rPr dirty="0"/>
              <a:t>Loop Guard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Protects against spoofing and rogue device injection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Plane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AAA authentication</a:t>
            </a:r>
          </a:p>
          <a:p>
            <a:r>
              <a:t>SSH v2 enforced</a:t>
            </a:r>
          </a:p>
          <a:p>
            <a:r>
              <a:t>Access-class filtering</a:t>
            </a:r>
          </a:p>
          <a:p>
            <a:r>
              <a:t>Login rate limiting</a:t>
            </a:r>
          </a:p>
          <a:p>
            <a:endParaRPr/>
          </a:p>
          <a:p>
            <a:r>
              <a:t>Dedicated management VLAN isolation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Plane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CoPP traffic policing for:</a:t>
            </a:r>
          </a:p>
          <a:p>
            <a:r>
              <a:t>SSH, OSPF, ICMP, SNMP, NTP</a:t>
            </a:r>
          </a:p>
          <a:p>
            <a:endParaRPr/>
          </a:p>
          <a:p>
            <a:r>
              <a:t>Prevents CPU exhaustion and infrastructure attacks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SNMPv3 encrypted monitoring</a:t>
            </a:r>
          </a:p>
          <a:p>
            <a:r>
              <a:t>Syslog event reporting</a:t>
            </a:r>
          </a:p>
          <a:p>
            <a:r>
              <a:t>NetFlow analytics</a:t>
            </a:r>
          </a:p>
          <a:p>
            <a:endParaRPr/>
          </a:p>
          <a:p>
            <a:r>
              <a:t>Provides real-time insight and auditing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This enterprise network operates WITHOUT Windows Server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Enabled via:</a:t>
            </a:r>
          </a:p>
          <a:p>
            <a:r>
              <a:rPr dirty="0"/>
              <a:t>Router-based DHCP</a:t>
            </a:r>
          </a:p>
          <a:p>
            <a:r>
              <a:rPr dirty="0"/>
              <a:t>Cisco-native AAA</a:t>
            </a:r>
          </a:p>
          <a:p>
            <a:r>
              <a:rPr dirty="0"/>
              <a:t>CLI-driven management</a:t>
            </a:r>
          </a:p>
          <a:p>
            <a:r>
              <a:rPr dirty="0"/>
              <a:t>Protocol-based telemetry</a:t>
            </a:r>
          </a:p>
          <a:p>
            <a:endParaRPr dirty="0"/>
          </a:p>
          <a:p>
            <a:r>
              <a:rPr dirty="0"/>
              <a:t>Benefits:</a:t>
            </a:r>
          </a:p>
          <a:p>
            <a:r>
              <a:rPr dirty="0"/>
              <a:t>Reduced attack surface</a:t>
            </a:r>
          </a:p>
          <a:p>
            <a:r>
              <a:rPr dirty="0"/>
              <a:t>Lower dependency</a:t>
            </a:r>
          </a:p>
          <a:p>
            <a:r>
              <a:rPr dirty="0"/>
              <a:t>Deterministic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</a:t>
            </a:r>
          </a:p>
          <a:p>
            <a:r>
              <a:t>High resilience</a:t>
            </a:r>
          </a:p>
          <a:p>
            <a:r>
              <a:t>Strong segmentation</a:t>
            </a:r>
          </a:p>
          <a:p>
            <a:r>
              <a:t>Enterprise-grade security</a:t>
            </a:r>
          </a:p>
          <a:p>
            <a:r>
              <a:t>Monitoring readiness</a:t>
            </a:r>
          </a:p>
          <a:p>
            <a:endParaRPr/>
          </a:p>
          <a:p>
            <a:r>
              <a:t>Professional Score: 9.7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deployment validation</a:t>
            </a:r>
          </a:p>
          <a:p>
            <a:r>
              <a:t>IPS/IDS integration</a:t>
            </a:r>
          </a:p>
          <a:p>
            <a:r>
              <a:t>Zero Trust extensions</a:t>
            </a:r>
          </a:p>
          <a:p>
            <a:r>
              <a:t>SD-WAN expansion</a:t>
            </a:r>
          </a:p>
          <a:p>
            <a:r>
              <a:t>AI traffic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AuroraShield validates that secure, scalable enterprise networking can be achieved without centralized server platform dependency.</a:t>
            </a:r>
          </a:p>
          <a:p>
            <a:endParaRPr/>
          </a:p>
          <a:p>
            <a:r>
              <a:t>This project demonstrates professional readiness for enterprise network architecture roles.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 &amp; Discussion</a:t>
            </a:r>
          </a:p>
          <a:p>
            <a:endParaRPr dirty="0"/>
          </a:p>
          <a:p>
            <a:r>
              <a:rPr dirty="0"/>
              <a:t>Imeda Sheri</a:t>
            </a:r>
            <a:r>
              <a:rPr lang="en-US" dirty="0"/>
              <a:t>ph</a:t>
            </a:r>
            <a:r>
              <a:rPr dirty="0"/>
              <a:t>adze</a:t>
            </a:r>
          </a:p>
          <a:p>
            <a:r>
              <a:rPr dirty="0"/>
              <a:t>Enterprise Network Architect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372</Words>
  <Application>Microsoft Office PowerPoint</Application>
  <PresentationFormat>Экран (4:3)</PresentationFormat>
  <Paragraphs>126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AuroraShield Enterprise Network Architecture</vt:lpstr>
      <vt:lpstr>Project Overview</vt:lpstr>
      <vt:lpstr>Architectural Principles</vt:lpstr>
      <vt:lpstr>Hierarchical Architecture</vt:lpstr>
      <vt:lpstr>VLAN Segmentation</vt:lpstr>
      <vt:lpstr>Routing Infrastructure</vt:lpstr>
      <vt:lpstr>Layer 2 Security</vt:lpstr>
      <vt:lpstr>Management Plane Security</vt:lpstr>
      <vt:lpstr>Control Plane Protection</vt:lpstr>
      <vt:lpstr>Monitoring &amp; Visibility</vt:lpstr>
      <vt:lpstr>Serverless Infrastructure</vt:lpstr>
      <vt:lpstr>Performance Evaluation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Imeda Sheriphadze</cp:lastModifiedBy>
  <cp:revision>3</cp:revision>
  <dcterms:created xsi:type="dcterms:W3CDTF">2013-01-27T09:14:16Z</dcterms:created>
  <dcterms:modified xsi:type="dcterms:W3CDTF">2026-02-10T16:31:52Z</dcterms:modified>
  <cp:category/>
</cp:coreProperties>
</file>